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95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164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12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37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17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47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01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90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49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32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9C777-EB65-4571-B2B9-23D0F82D0221}" type="datetimeFigureOut">
              <a:rPr lang="ko-KR" altLang="en-US" smtClean="0"/>
              <a:t>2024-04-30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2816-ED77-49DF-A797-E96E73391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96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2036618" y="315884"/>
            <a:ext cx="5079076" cy="1288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WordDownload</a:t>
            </a:r>
            <a:r>
              <a:rPr lang="en-US" altLang="ko-KR" dirty="0" smtClean="0"/>
              <a:t> </a:t>
            </a:r>
            <a:r>
              <a:rPr lang="ko-KR" altLang="en-US" dirty="0" smtClean="0"/>
              <a:t>예시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337" y="2090578"/>
            <a:ext cx="4029637" cy="3524742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3956859" y="5178830"/>
            <a:ext cx="2826326" cy="43649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6824749" y="5494713"/>
            <a:ext cx="1363287" cy="33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8686800" y="5178830"/>
            <a:ext cx="2892829" cy="13134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해당 파일로 이동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57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58" y="914359"/>
            <a:ext cx="9812119" cy="3067478"/>
          </a:xfrm>
          <a:prstGeom prst="rect">
            <a:avLst/>
          </a:prstGeom>
        </p:spPr>
      </p:pic>
      <p:cxnSp>
        <p:nvCxnSpPr>
          <p:cNvPr id="4" name="직선 화살표 연결선 3"/>
          <p:cNvCxnSpPr/>
          <p:nvPr/>
        </p:nvCxnSpPr>
        <p:spPr>
          <a:xfrm flipH="1">
            <a:off x="8828116" y="2094807"/>
            <a:ext cx="440575" cy="2876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모서리가 둥근 직사각형 4"/>
          <p:cNvSpPr/>
          <p:nvPr/>
        </p:nvSpPr>
        <p:spPr>
          <a:xfrm>
            <a:off x="6043353" y="5345084"/>
            <a:ext cx="5361709" cy="1512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</a:t>
            </a:r>
            <a:r>
              <a:rPr lang="en-US" altLang="ko-KR" dirty="0" err="1" smtClean="0"/>
              <a:t>lx_uav_api_post</a:t>
            </a:r>
            <a:r>
              <a:rPr lang="en-US" altLang="ko-KR" dirty="0" smtClean="0"/>
              <a:t> =&gt; Post </a:t>
            </a:r>
            <a:r>
              <a:rPr lang="ko-KR" altLang="en-US" dirty="0" smtClean="0"/>
              <a:t>방식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lx_uav_api_get</a:t>
            </a:r>
            <a:r>
              <a:rPr lang="en-US" altLang="ko-KR" dirty="0" smtClean="0"/>
              <a:t> =&gt; Get </a:t>
            </a:r>
            <a:r>
              <a:rPr lang="ko-KR" altLang="en-US" dirty="0" smtClean="0"/>
              <a:t>방식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2543695" y="2385753"/>
            <a:ext cx="2593570" cy="36576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stCxn id="6" idx="2"/>
          </p:cNvCxnSpPr>
          <p:nvPr/>
        </p:nvCxnSpPr>
        <p:spPr>
          <a:xfrm flipH="1">
            <a:off x="2751513" y="2751513"/>
            <a:ext cx="1088967" cy="2161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1296785" y="5079076"/>
            <a:ext cx="2202873" cy="7564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뒷</a:t>
            </a:r>
            <a:r>
              <a:rPr lang="ko-KR" altLang="en-US" dirty="0" smtClean="0"/>
              <a:t> 페이지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21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7065818" y="232756"/>
            <a:ext cx="4721630" cy="8562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master/public/</a:t>
            </a:r>
            <a:r>
              <a:rPr lang="en-US" altLang="ko-KR" dirty="0" err="1" smtClean="0"/>
              <a:t>siteconfig</a:t>
            </a:r>
            <a:r>
              <a:rPr lang="en-US" altLang="ko-KR" dirty="0" smtClean="0"/>
              <a:t>/SiteConfig.js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03" y="1354049"/>
            <a:ext cx="7992590" cy="4582164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661603" y="3462251"/>
            <a:ext cx="1948593" cy="344978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9293629" y="2680854"/>
            <a:ext cx="2069870" cy="19285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해당 </a:t>
            </a:r>
            <a:r>
              <a:rPr lang="en-US" altLang="ko-KR" dirty="0" err="1" smtClean="0"/>
              <a:t>Url</a:t>
            </a:r>
            <a:r>
              <a:rPr lang="en-US" altLang="ko-KR" dirty="0" smtClean="0"/>
              <a:t> </a:t>
            </a:r>
            <a:r>
              <a:rPr lang="ko-KR" altLang="en-US" dirty="0" smtClean="0"/>
              <a:t>작성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592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56" y="91440"/>
            <a:ext cx="4295800" cy="6858000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6425738" y="731520"/>
            <a:ext cx="4247804" cy="20948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 /master/</a:t>
            </a:r>
            <a:r>
              <a:rPr lang="en-US" altLang="ko-KR" dirty="0" err="1" smtClean="0"/>
              <a:t>typings.d.ts</a:t>
            </a:r>
            <a:r>
              <a:rPr lang="en-US" altLang="ko-KR" dirty="0" smtClean="0"/>
              <a:t> </a:t>
            </a:r>
            <a:r>
              <a:rPr lang="ko-KR" altLang="en-US" dirty="0" smtClean="0"/>
              <a:t>안에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fileserver1 : string</a:t>
            </a:r>
            <a:br>
              <a:rPr lang="en-US" altLang="ko-KR" dirty="0" smtClean="0"/>
            </a:br>
            <a:r>
              <a:rPr lang="ko-KR" altLang="en-US" dirty="0" smtClean="0"/>
              <a:t>추가</a:t>
            </a:r>
            <a:r>
              <a:rPr lang="en-US" altLang="ko-KR" dirty="0" smtClean="0"/>
              <a:t> </a:t>
            </a:r>
            <a:br>
              <a:rPr lang="en-US" altLang="ko-KR" dirty="0" smtClean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333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138843" y="1986742"/>
            <a:ext cx="8952807" cy="2759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예시</a:t>
            </a:r>
            <a:r>
              <a:rPr lang="en-US" altLang="ko-KR" dirty="0" smtClean="0"/>
              <a:t>) /master/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/components/cesium/</a:t>
            </a:r>
            <a:r>
              <a:rPr lang="en-US" altLang="ko-KR" dirty="0" err="1" smtClean="0"/>
              <a:t>VIPComponents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JincheonGu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SupportUnification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PreExaminationRequest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DrawCreateResultNew.tsx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580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와이드스크린</PresentationFormat>
  <Paragraphs>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dt03</dc:creator>
  <cp:lastModifiedBy>dt03</cp:lastModifiedBy>
  <cp:revision>1</cp:revision>
  <dcterms:created xsi:type="dcterms:W3CDTF">2024-04-30T07:14:25Z</dcterms:created>
  <dcterms:modified xsi:type="dcterms:W3CDTF">2024-04-30T07:14:41Z</dcterms:modified>
</cp:coreProperties>
</file>